
<file path=[Content_Types].xml><?xml version="1.0" encoding="utf-8"?>
<Types xmlns="http://schemas.openxmlformats.org/package/2006/content-types">
  <Default ContentType="application/xml" Extension="xml"/>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5cd8a5a72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5cd8a5a72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5cd8a5a72b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5cd8a5a72b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5cd8a5a72b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5cd8a5a72b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5cd8a5a72b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35cd8a5a72b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5cd8a5a72b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35cd8a5a72b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5cd8a5a72b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35cd8a5a72b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5cd8a5a72b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5cd8a5a72b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w"/>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w"/>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w"/>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w"/>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w"/>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w"/>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w"/>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w"/>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w"/>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w"/>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w"/>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iw"/>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1" algn="ctr">
              <a:spcBef>
                <a:spcPts val="0"/>
              </a:spcBef>
              <a:spcAft>
                <a:spcPts val="0"/>
              </a:spcAft>
              <a:buNone/>
            </a:pPr>
            <a:r>
              <a:rPr lang="iw"/>
              <a:t>מערכת חניה חכמה</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1" algn="ctr">
              <a:spcBef>
                <a:spcPts val="0"/>
              </a:spcBef>
              <a:spcAft>
                <a:spcPts val="0"/>
              </a:spcAft>
              <a:buNone/>
            </a:pPr>
            <a:r>
              <a:rPr lang="iw">
                <a:solidFill>
                  <a:schemeClr val="dk1"/>
                </a:solidFill>
              </a:rPr>
              <a:t>מגישה: קסניה דרדיק</a:t>
            </a:r>
            <a:endParaRPr>
              <a:solidFill>
                <a:schemeClr val="dk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1" algn="r">
              <a:spcBef>
                <a:spcPts val="0"/>
              </a:spcBef>
              <a:spcAft>
                <a:spcPts val="0"/>
              </a:spcAft>
              <a:buNone/>
            </a:pPr>
            <a:r>
              <a:rPr lang="iw"/>
              <a:t>תיאור פונקציות עיקריות</a:t>
            </a:r>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iw">
                <a:solidFill>
                  <a:schemeClr val="dk1"/>
                </a:solidFill>
              </a:rPr>
              <a:t>void exitCar(</a:t>
            </a:r>
            <a:r>
              <a:rPr lang="iw">
                <a:solidFill>
                  <a:schemeClr val="dk1"/>
                </a:solidFill>
              </a:rPr>
              <a:t>)</a:t>
            </a:r>
            <a:r>
              <a:rPr lang="iw">
                <a:solidFill>
                  <a:schemeClr val="dk1"/>
                </a:solidFill>
              </a:rPr>
              <a:t> - פונקציה למקרה שרוצים להוציא רכב מהחניה</a:t>
            </a:r>
            <a:endParaRPr>
              <a:solidFill>
                <a:schemeClr val="dk1"/>
              </a:solidFill>
            </a:endParaRPr>
          </a:p>
          <a:p>
            <a:pPr indent="-342900" lvl="0" marL="457200" rtl="0" algn="l">
              <a:spcBef>
                <a:spcPts val="0"/>
              </a:spcBef>
              <a:spcAft>
                <a:spcPts val="0"/>
              </a:spcAft>
              <a:buClr>
                <a:schemeClr val="dk1"/>
              </a:buClr>
              <a:buSzPts val="1800"/>
              <a:buChar char="●"/>
            </a:pPr>
            <a:r>
              <a:rPr lang="iw">
                <a:solidFill>
                  <a:schemeClr val="dk1"/>
                </a:solidFill>
              </a:rPr>
              <a:t>void parkCar() -</a:t>
            </a:r>
            <a:r>
              <a:rPr lang="iw">
                <a:solidFill>
                  <a:schemeClr val="dk1"/>
                </a:solidFill>
              </a:rPr>
              <a:t> פונקציה למקרה שרוצים להכניס רכב לחניה</a:t>
            </a:r>
            <a:endParaRPr>
              <a:solidFill>
                <a:schemeClr val="dk1"/>
              </a:solidFill>
            </a:endParaRPr>
          </a:p>
          <a:p>
            <a:pPr indent="-342900" lvl="0" marL="457200" rtl="0" algn="l">
              <a:spcBef>
                <a:spcPts val="0"/>
              </a:spcBef>
              <a:spcAft>
                <a:spcPts val="0"/>
              </a:spcAft>
              <a:buClr>
                <a:schemeClr val="dk1"/>
              </a:buClr>
              <a:buSzPts val="1800"/>
              <a:buChar char="●"/>
            </a:pPr>
            <a:r>
              <a:rPr lang="iw">
                <a:solidFill>
                  <a:schemeClr val="dk1"/>
                </a:solidFill>
              </a:rPr>
              <a:t>double calculateParkingFee()- פונקציה לחישוב תשלום על חניה</a:t>
            </a:r>
            <a:endParaRPr>
              <a:solidFill>
                <a:schemeClr val="dk1"/>
              </a:solidFill>
            </a:endParaRPr>
          </a:p>
          <a:p>
            <a:pPr indent="-342900" lvl="0" marL="457200" rtl="0" algn="l">
              <a:spcBef>
                <a:spcPts val="0"/>
              </a:spcBef>
              <a:spcAft>
                <a:spcPts val="0"/>
              </a:spcAft>
              <a:buClr>
                <a:schemeClr val="dk1"/>
              </a:buClr>
              <a:buSzPts val="1800"/>
              <a:buChar char="●"/>
            </a:pPr>
            <a:r>
              <a:rPr lang="iw">
                <a:solidFill>
                  <a:schemeClr val="dk1"/>
                </a:solidFill>
              </a:rPr>
              <a:t>void </a:t>
            </a:r>
            <a:r>
              <a:rPr lang="iw">
                <a:solidFill>
                  <a:schemeClr val="dk1"/>
                </a:solidFill>
              </a:rPr>
              <a:t>saveParkingLot()- פונקציה לשמירת החניה</a:t>
            </a:r>
            <a:endParaRPr>
              <a:solidFill>
                <a:schemeClr val="dk1"/>
              </a:solidFill>
            </a:endParaRPr>
          </a:p>
          <a:p>
            <a:pPr indent="-342900" lvl="0" marL="457200" rtl="0" algn="l">
              <a:spcBef>
                <a:spcPts val="0"/>
              </a:spcBef>
              <a:spcAft>
                <a:spcPts val="0"/>
              </a:spcAft>
              <a:buClr>
                <a:schemeClr val="dk1"/>
              </a:buClr>
              <a:buSzPts val="1800"/>
              <a:buChar char="●"/>
            </a:pPr>
            <a:r>
              <a:rPr lang="iw">
                <a:solidFill>
                  <a:schemeClr val="dk1"/>
                </a:solidFill>
              </a:rPr>
              <a:t>int loadParkingLot()- פונקציה לטעינת החניה</a:t>
            </a:r>
            <a:endParaRPr>
              <a:solidFill>
                <a:schemeClr val="dk1"/>
              </a:solidFill>
            </a:endParaRPr>
          </a:p>
          <a:p>
            <a:pPr indent="-342900" lvl="0" marL="457200" rtl="0" algn="l">
              <a:spcBef>
                <a:spcPts val="0"/>
              </a:spcBef>
              <a:spcAft>
                <a:spcPts val="0"/>
              </a:spcAft>
              <a:buClr>
                <a:schemeClr val="dk1"/>
              </a:buClr>
              <a:buSzPts val="1800"/>
              <a:buChar char="●"/>
            </a:pPr>
            <a:r>
              <a:rPr lang="iw">
                <a:solidFill>
                  <a:schemeClr val="dk1"/>
                </a:solidFill>
              </a:rPr>
              <a:t>void </a:t>
            </a:r>
            <a:r>
              <a:rPr lang="iw">
                <a:solidFill>
                  <a:schemeClr val="dk1"/>
                </a:solidFill>
              </a:rPr>
              <a:t>checkAndOfferUpgrade()- פונקצית בדיקה לשדרוג החניה</a:t>
            </a:r>
            <a:endParaRPr>
              <a:solidFill>
                <a:schemeClr val="dk1"/>
              </a:solidFill>
            </a:endParaRPr>
          </a:p>
          <a:p>
            <a:pPr indent="-342900" lvl="0" marL="457200" rtl="0" algn="l">
              <a:spcBef>
                <a:spcPts val="0"/>
              </a:spcBef>
              <a:spcAft>
                <a:spcPts val="0"/>
              </a:spcAft>
              <a:buClr>
                <a:schemeClr val="dk1"/>
              </a:buClr>
              <a:buSzPts val="1800"/>
              <a:buChar char="●"/>
            </a:pPr>
            <a:r>
              <a:rPr lang="iw">
                <a:solidFill>
                  <a:schemeClr val="dk1"/>
                </a:solidFill>
              </a:rPr>
              <a:t>void upgradeParkingLot(</a:t>
            </a:r>
            <a:r>
              <a:rPr lang="iw">
                <a:solidFill>
                  <a:schemeClr val="dk1"/>
                </a:solidFill>
              </a:rPr>
              <a:t>)</a:t>
            </a:r>
            <a:r>
              <a:rPr lang="iw">
                <a:solidFill>
                  <a:schemeClr val="dk1"/>
                </a:solidFill>
              </a:rPr>
              <a:t>- פונקציה שמשדרגת את החניה</a:t>
            </a:r>
            <a:endParaRPr>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1" algn="r">
              <a:spcBef>
                <a:spcPts val="0"/>
              </a:spcBef>
              <a:spcAft>
                <a:spcPts val="0"/>
              </a:spcAft>
              <a:buNone/>
            </a:pPr>
            <a:r>
              <a:rPr lang="iw"/>
              <a:t>המשך תיאור פונקציות עיקריות</a:t>
            </a:r>
            <a:endParaRPr/>
          </a:p>
        </p:txBody>
      </p:sp>
      <p:sp>
        <p:nvSpPr>
          <p:cNvPr id="67" name="Google Shape;67;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iw">
                <a:solidFill>
                  <a:schemeClr val="dk1"/>
                </a:solidFill>
              </a:rPr>
              <a:t>void clearScreen() - פונקציה שמנקה את המסך</a:t>
            </a:r>
            <a:endParaRPr>
              <a:solidFill>
                <a:schemeClr val="dk1"/>
              </a:solidFill>
            </a:endParaRPr>
          </a:p>
          <a:p>
            <a:pPr indent="-342900" lvl="0" marL="457200" rtl="0" algn="l">
              <a:spcBef>
                <a:spcPts val="0"/>
              </a:spcBef>
              <a:spcAft>
                <a:spcPts val="0"/>
              </a:spcAft>
              <a:buClr>
                <a:schemeClr val="dk1"/>
              </a:buClr>
              <a:buSzPts val="1800"/>
              <a:buChar char="●"/>
            </a:pPr>
            <a:r>
              <a:rPr lang="iw">
                <a:solidFill>
                  <a:schemeClr val="dk1"/>
                </a:solidFill>
              </a:rPr>
              <a:t>void displayMenu()- פונקציה שמציגה את האפשרויות שיש</a:t>
            </a:r>
            <a:endParaRPr>
              <a:solidFill>
                <a:schemeClr val="dk1"/>
              </a:solidFill>
            </a:endParaRPr>
          </a:p>
          <a:p>
            <a:pPr indent="-342900" lvl="0" marL="457200" rtl="0" algn="l">
              <a:spcBef>
                <a:spcPts val="0"/>
              </a:spcBef>
              <a:spcAft>
                <a:spcPts val="0"/>
              </a:spcAft>
              <a:buClr>
                <a:schemeClr val="dk1"/>
              </a:buClr>
              <a:buSzPts val="1800"/>
              <a:buChar char="●"/>
            </a:pPr>
            <a:r>
              <a:rPr lang="iw">
                <a:solidFill>
                  <a:schemeClr val="dk1"/>
                </a:solidFill>
              </a:rPr>
              <a:t>void displayPricing()- פונקציה שמציגה את המחירון של החניה</a:t>
            </a:r>
            <a:endParaRPr>
              <a:solidFill>
                <a:schemeClr val="dk1"/>
              </a:solidFill>
            </a:endParaRPr>
          </a:p>
          <a:p>
            <a:pPr indent="0" lvl="0" marL="457200" rtl="0" algn="l">
              <a:spcBef>
                <a:spcPts val="1200"/>
              </a:spcBef>
              <a:spcAft>
                <a:spcPts val="1200"/>
              </a:spcAft>
              <a:buNone/>
            </a:pPr>
            <a:r>
              <a:t/>
            </a:r>
            <a:endParaRPr>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292725" y="445025"/>
            <a:ext cx="53004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w"/>
              <a:t>struct(ארגון נתונים)</a:t>
            </a:r>
            <a:endParaRPr/>
          </a:p>
        </p:txBody>
      </p:sp>
      <p:sp>
        <p:nvSpPr>
          <p:cNvPr id="73" name="Google Shape;73;p16"/>
          <p:cNvSpPr txBox="1"/>
          <p:nvPr>
            <p:ph idx="1" type="body"/>
          </p:nvPr>
        </p:nvSpPr>
        <p:spPr>
          <a:xfrm>
            <a:off x="159450" y="1017725"/>
            <a:ext cx="4227900" cy="3416400"/>
          </a:xfrm>
          <a:prstGeom prst="rect">
            <a:avLst/>
          </a:prstGeom>
        </p:spPr>
        <p:txBody>
          <a:bodyPr anchorCtr="0" anchor="t" bIns="91425" lIns="91425" spcFirstLastPara="1" rIns="91425" wrap="square" tIns="91425">
            <a:normAutofit/>
          </a:bodyPr>
          <a:lstStyle/>
          <a:p>
            <a:pPr indent="0" lvl="0" marL="0" rtl="1" algn="r">
              <a:lnSpc>
                <a:spcPct val="95000"/>
              </a:lnSpc>
              <a:spcBef>
                <a:spcPts val="0"/>
              </a:spcBef>
              <a:spcAft>
                <a:spcPts val="0"/>
              </a:spcAft>
              <a:buClr>
                <a:schemeClr val="dk1"/>
              </a:buClr>
              <a:buSzPts val="1018"/>
              <a:buFont typeface="Arial"/>
              <a:buNone/>
            </a:pPr>
            <a:r>
              <a:rPr lang="iw" sz="1400">
                <a:solidFill>
                  <a:schemeClr val="dk1"/>
                </a:solidFill>
              </a:rPr>
              <a:t>1.</a:t>
            </a:r>
            <a:r>
              <a:rPr lang="iw" sz="1400">
                <a:solidFill>
                  <a:schemeClr val="dk1"/>
                </a:solidFill>
              </a:rPr>
              <a:t>ארגון נתונים לחניה ספציפית</a:t>
            </a:r>
            <a:endParaRPr sz="1400">
              <a:solidFill>
                <a:schemeClr val="dk1"/>
              </a:solidFill>
            </a:endParaRPr>
          </a:p>
          <a:p>
            <a:pPr indent="0" lvl="0" marL="0" rtl="0" algn="l">
              <a:lnSpc>
                <a:spcPct val="95000"/>
              </a:lnSpc>
              <a:spcBef>
                <a:spcPts val="1200"/>
              </a:spcBef>
              <a:spcAft>
                <a:spcPts val="0"/>
              </a:spcAft>
              <a:buClr>
                <a:schemeClr val="dk1"/>
              </a:buClr>
              <a:buSzPts val="1018"/>
              <a:buFont typeface="Arial"/>
              <a:buNone/>
            </a:pPr>
            <a:r>
              <a:rPr lang="iw" sz="1400">
                <a:solidFill>
                  <a:schemeClr val="dk1"/>
                </a:solidFill>
              </a:rPr>
              <a:t>typedef struct ParkingSpot {</a:t>
            </a:r>
            <a:endParaRPr sz="1400">
              <a:solidFill>
                <a:schemeClr val="dk1"/>
              </a:solidFill>
            </a:endParaRPr>
          </a:p>
          <a:p>
            <a:pPr indent="0" lvl="0" marL="0" rtl="0" algn="l">
              <a:lnSpc>
                <a:spcPct val="95000"/>
              </a:lnSpc>
              <a:spcBef>
                <a:spcPts val="1200"/>
              </a:spcBef>
              <a:spcAft>
                <a:spcPts val="0"/>
              </a:spcAft>
              <a:buClr>
                <a:schemeClr val="dk1"/>
              </a:buClr>
              <a:buSzPts val="1018"/>
              <a:buFont typeface="Arial"/>
              <a:buNone/>
            </a:pPr>
            <a:r>
              <a:rPr lang="iw" sz="1400">
                <a:solidFill>
                  <a:schemeClr val="dk1"/>
                </a:solidFill>
              </a:rPr>
              <a:t>    int id;           // Unique ID for the spot</a:t>
            </a:r>
            <a:endParaRPr sz="1400">
              <a:solidFill>
                <a:schemeClr val="dk1"/>
              </a:solidFill>
            </a:endParaRPr>
          </a:p>
          <a:p>
            <a:pPr indent="0" lvl="0" marL="0" rtl="0" algn="l">
              <a:lnSpc>
                <a:spcPct val="95000"/>
              </a:lnSpc>
              <a:spcBef>
                <a:spcPts val="1200"/>
              </a:spcBef>
              <a:spcAft>
                <a:spcPts val="0"/>
              </a:spcAft>
              <a:buClr>
                <a:schemeClr val="dk1"/>
              </a:buClr>
              <a:buSzPts val="1018"/>
              <a:buFont typeface="Arial"/>
              <a:buNone/>
            </a:pPr>
            <a:r>
              <a:rPr lang="iw" sz="1400">
                <a:solidFill>
                  <a:schemeClr val="dk1"/>
                </a:solidFill>
              </a:rPr>
              <a:t>    int isOccupied;   // 0 for empty, 1 for occupied</a:t>
            </a:r>
            <a:endParaRPr sz="1400">
              <a:solidFill>
                <a:schemeClr val="dk1"/>
              </a:solidFill>
            </a:endParaRPr>
          </a:p>
          <a:p>
            <a:pPr indent="0" lvl="0" marL="0" rtl="0" algn="l">
              <a:lnSpc>
                <a:spcPct val="95000"/>
              </a:lnSpc>
              <a:spcBef>
                <a:spcPts val="1200"/>
              </a:spcBef>
              <a:spcAft>
                <a:spcPts val="0"/>
              </a:spcAft>
              <a:buClr>
                <a:schemeClr val="dk1"/>
              </a:buClr>
              <a:buSzPts val="1018"/>
              <a:buFont typeface="Arial"/>
              <a:buNone/>
            </a:pPr>
            <a:r>
              <a:rPr lang="iw" sz="1400">
                <a:solidFill>
                  <a:schemeClr val="dk1"/>
                </a:solidFill>
              </a:rPr>
              <a:t>    time_t entryTime; // Time when the car entered (seconds since epoch)</a:t>
            </a:r>
            <a:endParaRPr sz="1400">
              <a:solidFill>
                <a:schemeClr val="dk1"/>
              </a:solidFill>
            </a:endParaRPr>
          </a:p>
          <a:p>
            <a:pPr indent="0" lvl="0" marL="0" rtl="0" algn="l">
              <a:lnSpc>
                <a:spcPct val="95000"/>
              </a:lnSpc>
              <a:spcBef>
                <a:spcPts val="1200"/>
              </a:spcBef>
              <a:spcAft>
                <a:spcPts val="0"/>
              </a:spcAft>
              <a:buClr>
                <a:schemeClr val="dk1"/>
              </a:buClr>
              <a:buSzPts val="1018"/>
              <a:buFont typeface="Arial"/>
              <a:buNone/>
            </a:pPr>
            <a:r>
              <a:rPr lang="iw" sz="1400">
                <a:solidFill>
                  <a:schemeClr val="dk1"/>
                </a:solidFill>
              </a:rPr>
              <a:t>} ParkingSpot;</a:t>
            </a:r>
            <a:endParaRPr sz="1400">
              <a:solidFill>
                <a:schemeClr val="dk1"/>
              </a:solidFill>
            </a:endParaRPr>
          </a:p>
          <a:p>
            <a:pPr indent="0" lvl="0" marL="0" rtl="0" algn="l">
              <a:lnSpc>
                <a:spcPct val="95000"/>
              </a:lnSpc>
              <a:spcBef>
                <a:spcPts val="1200"/>
              </a:spcBef>
              <a:spcAft>
                <a:spcPts val="1200"/>
              </a:spcAft>
              <a:buSzPts val="1018"/>
              <a:buNone/>
            </a:pPr>
            <a:r>
              <a:t/>
            </a:r>
            <a:endParaRPr sz="1400">
              <a:solidFill>
                <a:schemeClr val="dk1"/>
              </a:solidFill>
            </a:endParaRPr>
          </a:p>
        </p:txBody>
      </p:sp>
      <p:sp>
        <p:nvSpPr>
          <p:cNvPr id="74" name="Google Shape;74;p16"/>
          <p:cNvSpPr txBox="1"/>
          <p:nvPr/>
        </p:nvSpPr>
        <p:spPr>
          <a:xfrm>
            <a:off x="4387350" y="755400"/>
            <a:ext cx="4549200" cy="212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a:p>
            <a:pPr indent="0" lvl="0" marL="0" rtl="1" algn="r">
              <a:spcBef>
                <a:spcPts val="0"/>
              </a:spcBef>
              <a:spcAft>
                <a:spcPts val="0"/>
              </a:spcAft>
              <a:buNone/>
            </a:pPr>
            <a:r>
              <a:rPr lang="iw"/>
              <a:t>2.ארגון נתונים לכל החניה</a:t>
            </a:r>
            <a:endParaRPr/>
          </a:p>
          <a:p>
            <a:pPr indent="0" lvl="0" marL="0" rtl="0" algn="l">
              <a:spcBef>
                <a:spcPts val="0"/>
              </a:spcBef>
              <a:spcAft>
                <a:spcPts val="0"/>
              </a:spcAft>
              <a:buNone/>
            </a:pPr>
            <a:r>
              <a:rPr lang="iw"/>
              <a:t>typedef struct ParkingLot {</a:t>
            </a:r>
            <a:endParaRPr/>
          </a:p>
          <a:p>
            <a:pPr indent="0" lvl="0" marL="0" rtl="0" algn="l">
              <a:spcBef>
                <a:spcPts val="0"/>
              </a:spcBef>
              <a:spcAft>
                <a:spcPts val="0"/>
              </a:spcAft>
              <a:buNone/>
            </a:pPr>
            <a:r>
              <a:rPr lang="iw"/>
              <a:t>    ParkingSpot* spots;   </a:t>
            </a:r>
            <a:endParaRPr/>
          </a:p>
          <a:p>
            <a:pPr indent="0" lvl="0" marL="0" rtl="0" algn="l">
              <a:spcBef>
                <a:spcPts val="0"/>
              </a:spcBef>
              <a:spcAft>
                <a:spcPts val="0"/>
              </a:spcAft>
              <a:buNone/>
            </a:pPr>
            <a:r>
              <a:rPr lang="iw"/>
              <a:t>    int rows;             </a:t>
            </a:r>
            <a:endParaRPr/>
          </a:p>
          <a:p>
            <a:pPr indent="0" lvl="0" marL="0" rtl="0" algn="l">
              <a:spcBef>
                <a:spcPts val="0"/>
              </a:spcBef>
              <a:spcAft>
                <a:spcPts val="0"/>
              </a:spcAft>
              <a:buNone/>
            </a:pPr>
            <a:r>
              <a:rPr lang="iw"/>
              <a:t>    int cols;            </a:t>
            </a:r>
            <a:endParaRPr/>
          </a:p>
          <a:p>
            <a:pPr indent="0" lvl="0" marL="0" rtl="0" algn="l">
              <a:spcBef>
                <a:spcPts val="0"/>
              </a:spcBef>
              <a:spcAft>
                <a:spcPts val="0"/>
              </a:spcAft>
              <a:buNone/>
            </a:pPr>
            <a:r>
              <a:rPr lang="iw"/>
              <a:t>    int totalSpots;       </a:t>
            </a:r>
            <a:endParaRPr/>
          </a:p>
          <a:p>
            <a:pPr indent="0" lvl="0" marL="0" rtl="0" algn="l">
              <a:spcBef>
                <a:spcPts val="0"/>
              </a:spcBef>
              <a:spcAft>
                <a:spcPts val="0"/>
              </a:spcAft>
              <a:buNone/>
            </a:pPr>
            <a:r>
              <a:rPr lang="iw"/>
              <a:t>   double ownerMoney;    </a:t>
            </a:r>
            <a:endParaRPr/>
          </a:p>
          <a:p>
            <a:pPr indent="0" lvl="0" marL="0" rtl="0" algn="l">
              <a:spcBef>
                <a:spcPts val="0"/>
              </a:spcBef>
              <a:spcAft>
                <a:spcPts val="0"/>
              </a:spcAft>
              <a:buNone/>
            </a:pPr>
            <a:r>
              <a:rPr lang="iw"/>
              <a:t>} ParkingLot;</a:t>
            </a:r>
            <a:endParaRPr/>
          </a:p>
        </p:txBody>
      </p:sp>
      <p:cxnSp>
        <p:nvCxnSpPr>
          <p:cNvPr id="75" name="Google Shape;75;p16"/>
          <p:cNvCxnSpPr/>
          <p:nvPr/>
        </p:nvCxnSpPr>
        <p:spPr>
          <a:xfrm>
            <a:off x="4380125" y="1026525"/>
            <a:ext cx="7500" cy="3981000"/>
          </a:xfrm>
          <a:prstGeom prst="straightConnector1">
            <a:avLst/>
          </a:prstGeom>
          <a:noFill/>
          <a:ln cap="flat" cmpd="sng" w="76200">
            <a:solidFill>
              <a:schemeClr val="dk2"/>
            </a:solidFill>
            <a:prstDash val="solid"/>
            <a:round/>
            <a:headEnd len="med" w="med" type="none"/>
            <a:tailEnd len="med" w="med" type="none"/>
          </a:ln>
        </p:spPr>
      </p:cxnSp>
      <p:cxnSp>
        <p:nvCxnSpPr>
          <p:cNvPr id="76" name="Google Shape;76;p16"/>
          <p:cNvCxnSpPr/>
          <p:nvPr/>
        </p:nvCxnSpPr>
        <p:spPr>
          <a:xfrm flipH="1" rot="10800000">
            <a:off x="30450" y="1004700"/>
            <a:ext cx="9047400" cy="327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1" algn="r">
              <a:spcBef>
                <a:spcPts val="0"/>
              </a:spcBef>
              <a:spcAft>
                <a:spcPts val="0"/>
              </a:spcAft>
              <a:buNone/>
            </a:pPr>
            <a:r>
              <a:rPr lang="iw"/>
              <a:t>הקצאת זיכרון דינאמי</a:t>
            </a:r>
            <a:endParaRPr/>
          </a:p>
        </p:txBody>
      </p:sp>
      <p:sp>
        <p:nvSpPr>
          <p:cNvPr id="82" name="Google Shape;82;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457200" rtl="1" algn="r">
              <a:spcBef>
                <a:spcPts val="0"/>
              </a:spcBef>
              <a:spcAft>
                <a:spcPts val="1200"/>
              </a:spcAft>
              <a:buNone/>
            </a:pPr>
            <a:r>
              <a:rPr lang="iw">
                <a:solidFill>
                  <a:schemeClr val="dk1"/>
                </a:solidFill>
              </a:rPr>
              <a:t>בגלל שיש אפשרות של הרחבת החניה צריך להשתמש בהקצאת זיכרון דינאמי </a:t>
            </a:r>
            <a:endParaRPr>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1" algn="r">
              <a:spcBef>
                <a:spcPts val="0"/>
              </a:spcBef>
              <a:spcAft>
                <a:spcPts val="0"/>
              </a:spcAft>
              <a:buNone/>
            </a:pPr>
            <a:r>
              <a:rPr lang="iw"/>
              <a:t>שימוש בקבצים</a:t>
            </a:r>
            <a:endParaRPr/>
          </a:p>
        </p:txBody>
      </p:sp>
      <p:sp>
        <p:nvSpPr>
          <p:cNvPr id="88" name="Google Shape;88;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1" algn="r">
              <a:spcBef>
                <a:spcPts val="0"/>
              </a:spcBef>
              <a:spcAft>
                <a:spcPts val="1200"/>
              </a:spcAft>
              <a:buNone/>
            </a:pPr>
            <a:r>
              <a:rPr lang="iw">
                <a:solidFill>
                  <a:schemeClr val="dk1"/>
                </a:solidFill>
              </a:rPr>
              <a:t>בתוכנית יש אפשרות לשמור את התקדמות החניה ואחרי זה להריץ את מה שנשמר</a:t>
            </a:r>
            <a:endParaRPr>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1" algn="r">
              <a:spcBef>
                <a:spcPts val="0"/>
              </a:spcBef>
              <a:spcAft>
                <a:spcPts val="0"/>
              </a:spcAft>
              <a:buNone/>
            </a:pPr>
            <a:r>
              <a:rPr lang="iw"/>
              <a:t>שימוש בAI</a:t>
            </a:r>
            <a:endParaRPr/>
          </a:p>
        </p:txBody>
      </p:sp>
      <p:sp>
        <p:nvSpPr>
          <p:cNvPr id="94" name="Google Shape;94;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solidFill>
                  <a:schemeClr val="dk1"/>
                </a:solidFill>
              </a:rPr>
              <a:t>השתמשתי בGEMINI.</a:t>
            </a:r>
            <a:endParaRPr>
              <a:solidFill>
                <a:schemeClr val="dk1"/>
              </a:solidFill>
            </a:endParaRPr>
          </a:p>
          <a:p>
            <a:pPr indent="0" lvl="0" marL="0" rtl="1" algn="r">
              <a:spcBef>
                <a:spcPts val="1200"/>
              </a:spcBef>
              <a:spcAft>
                <a:spcPts val="1200"/>
              </a:spcAft>
              <a:buNone/>
            </a:pPr>
            <a:r>
              <a:rPr lang="iw">
                <a:solidFill>
                  <a:schemeClr val="dk1"/>
                </a:solidFill>
              </a:rPr>
              <a:t>לא ידעתי מה לעשות אז שאלתי את GEMINI מה אפשר לעשות והוא נתן לי כל מיני רעיונות שונים שלא אהבתי אז בסוף חשבתי על רעיון לבד, פירטתי את הרעיון לGEMINI וביקשתי ממנו שיתן לי קוד לפי מה שאמרתי לו הוא נתן לי קוד שלא לגמרי עבד אבל נעזרתי בקוד ומשם כבר המשכתי לבד ומדי פעם נעזרתי בו כמו למשל, נעזרתי בו כשהייתה לי בעיה עם קבצים אחרי ששמרתי את המידע בקבצים לא הצלחתי להשתמש במה שנשמר והוא עזר לי עם זה.</a:t>
            </a:r>
            <a:endParaRPr>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1" algn="r">
              <a:spcBef>
                <a:spcPts val="0"/>
              </a:spcBef>
              <a:spcAft>
                <a:spcPts val="0"/>
              </a:spcAft>
              <a:buNone/>
            </a:pPr>
            <a:r>
              <a:rPr lang="iw"/>
              <a:t>רפלקציה</a:t>
            </a:r>
            <a:endParaRPr/>
          </a:p>
        </p:txBody>
      </p:sp>
      <p:sp>
        <p:nvSpPr>
          <p:cNvPr id="100" name="Google Shape;100;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solidFill>
                  <a:schemeClr val="dk1"/>
                </a:solidFill>
              </a:rPr>
              <a:t>האתגר שהיה לי זה להמציא רעיון ניסיתי להשתמש בGEMINI שיתן לי רעיון אבל הוא לא נתן לי משהו שאהבתי אז חשבתי לבד והמחשב שלי עומד מול החלון עם נוף לחניה ברחוב שלי ופתאום היה לי רעיון לעשות חניה כפרוייקט.</a:t>
            </a:r>
            <a:endParaRPr>
              <a:solidFill>
                <a:schemeClr val="dk1"/>
              </a:solidFill>
            </a:endParaRPr>
          </a:p>
          <a:p>
            <a:pPr indent="0" lvl="0" marL="0" rtl="1" algn="r">
              <a:spcBef>
                <a:spcPts val="1200"/>
              </a:spcBef>
              <a:spcAft>
                <a:spcPts val="0"/>
              </a:spcAft>
              <a:buNone/>
            </a:pPr>
            <a:r>
              <a:rPr lang="iw">
                <a:solidFill>
                  <a:schemeClr val="dk1"/>
                </a:solidFill>
              </a:rPr>
              <a:t>הייתה לי בעיה עם הקבצים ונעזרתי בAI והוא פתר לי את הבעיה.</a:t>
            </a:r>
            <a:endParaRPr>
              <a:solidFill>
                <a:schemeClr val="dk1"/>
              </a:solidFill>
            </a:endParaRPr>
          </a:p>
          <a:p>
            <a:pPr indent="0" lvl="0" marL="0" rtl="1" algn="r">
              <a:spcBef>
                <a:spcPts val="1200"/>
              </a:spcBef>
              <a:spcAft>
                <a:spcPts val="1200"/>
              </a:spcAft>
              <a:buNone/>
            </a:pPr>
            <a:r>
              <a:t/>
            </a:r>
            <a:endParaRPr>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